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B12A1E-14D5-45A3-B52E-097022B44FD2}" v="3" dt="2026-04-04T00:49:36.3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illon, Gursevak" userId="bfacde54-8996-47c1-87ce-4a865192bc92" providerId="ADAL" clId="{DE7FF1D4-4A66-496C-A005-5ED63E50649E}"/>
    <pc:docChg chg="undo custSel modSld">
      <pc:chgData name="Dhillon, Gursevak" userId="bfacde54-8996-47c1-87ce-4a865192bc92" providerId="ADAL" clId="{DE7FF1D4-4A66-496C-A005-5ED63E50649E}" dt="2026-04-04T00:58:16.185" v="2566" actId="20577"/>
      <pc:docMkLst>
        <pc:docMk/>
      </pc:docMkLst>
      <pc:sldChg chg="modSp mod">
        <pc:chgData name="Dhillon, Gursevak" userId="bfacde54-8996-47c1-87ce-4a865192bc92" providerId="ADAL" clId="{DE7FF1D4-4A66-496C-A005-5ED63E50649E}" dt="2026-04-03T23:28:42.381" v="16" actId="20577"/>
        <pc:sldMkLst>
          <pc:docMk/>
          <pc:sldMk cId="0" sldId="256"/>
        </pc:sldMkLst>
        <pc:spChg chg="mod">
          <ac:chgData name="Dhillon, Gursevak" userId="bfacde54-8996-47c1-87ce-4a865192bc92" providerId="ADAL" clId="{DE7FF1D4-4A66-496C-A005-5ED63E50649E}" dt="2026-04-03T23:28:42.381" v="16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Dhillon, Gursevak" userId="bfacde54-8996-47c1-87ce-4a865192bc92" providerId="ADAL" clId="{DE7FF1D4-4A66-496C-A005-5ED63E50649E}" dt="2026-04-03T23:28:34.001" v="0" actId="1076"/>
          <ac:spMkLst>
            <pc:docMk/>
            <pc:sldMk cId="0" sldId="256"/>
            <ac:spMk id="58" creationId="{00000000-0000-0000-0000-000000000000}"/>
          </ac:spMkLst>
        </pc:spChg>
      </pc:sldChg>
      <pc:sldChg chg="modSp mod">
        <pc:chgData name="Dhillon, Gursevak" userId="bfacde54-8996-47c1-87ce-4a865192bc92" providerId="ADAL" clId="{DE7FF1D4-4A66-496C-A005-5ED63E50649E}" dt="2026-04-04T00:58:05.566" v="2564" actId="20577"/>
        <pc:sldMkLst>
          <pc:docMk/>
          <pc:sldMk cId="0" sldId="258"/>
        </pc:sldMkLst>
        <pc:spChg chg="mod">
          <ac:chgData name="Dhillon, Gursevak" userId="bfacde54-8996-47c1-87ce-4a865192bc92" providerId="ADAL" clId="{DE7FF1D4-4A66-496C-A005-5ED63E50649E}" dt="2026-04-04T00:58:05.566" v="2564" actId="20577"/>
          <ac:spMkLst>
            <pc:docMk/>
            <pc:sldMk cId="0" sldId="258"/>
            <ac:spMk id="70" creationId="{00000000-0000-0000-0000-000000000000}"/>
          </ac:spMkLst>
        </pc:spChg>
      </pc:sldChg>
      <pc:sldChg chg="delSp modSp mod">
        <pc:chgData name="Dhillon, Gursevak" userId="bfacde54-8996-47c1-87ce-4a865192bc92" providerId="ADAL" clId="{DE7FF1D4-4A66-496C-A005-5ED63E50649E}" dt="2026-04-04T00:43:01.248" v="1747" actId="1076"/>
        <pc:sldMkLst>
          <pc:docMk/>
          <pc:sldMk cId="0" sldId="259"/>
        </pc:sldMkLst>
        <pc:spChg chg="mod">
          <ac:chgData name="Dhillon, Gursevak" userId="bfacde54-8996-47c1-87ce-4a865192bc92" providerId="ADAL" clId="{DE7FF1D4-4A66-496C-A005-5ED63E50649E}" dt="2026-04-04T00:43:01.248" v="1747" actId="1076"/>
          <ac:spMkLst>
            <pc:docMk/>
            <pc:sldMk cId="0" sldId="259"/>
            <ac:spMk id="77" creationId="{00000000-0000-0000-0000-000000000000}"/>
          </ac:spMkLst>
        </pc:spChg>
        <pc:spChg chg="del mod">
          <ac:chgData name="Dhillon, Gursevak" userId="bfacde54-8996-47c1-87ce-4a865192bc92" providerId="ADAL" clId="{DE7FF1D4-4A66-496C-A005-5ED63E50649E}" dt="2026-04-04T00:42:57.540" v="1746" actId="478"/>
          <ac:spMkLst>
            <pc:docMk/>
            <pc:sldMk cId="0" sldId="259"/>
            <ac:spMk id="78" creationId="{00000000-0000-0000-0000-000000000000}"/>
          </ac:spMkLst>
        </pc:spChg>
      </pc:sldChg>
      <pc:sldChg chg="modSp mod">
        <pc:chgData name="Dhillon, Gursevak" userId="bfacde54-8996-47c1-87ce-4a865192bc92" providerId="ADAL" clId="{DE7FF1D4-4A66-496C-A005-5ED63E50649E}" dt="2026-04-04T00:58:16.185" v="2566" actId="20577"/>
        <pc:sldMkLst>
          <pc:docMk/>
          <pc:sldMk cId="0" sldId="260"/>
        </pc:sldMkLst>
        <pc:spChg chg="mod">
          <ac:chgData name="Dhillon, Gursevak" userId="bfacde54-8996-47c1-87ce-4a865192bc92" providerId="ADAL" clId="{DE7FF1D4-4A66-496C-A005-5ED63E50649E}" dt="2026-04-04T00:58:16.185" v="2566" actId="20577"/>
          <ac:spMkLst>
            <pc:docMk/>
            <pc:sldMk cId="0" sldId="260"/>
            <ac:spMk id="84" creationId="{00000000-0000-0000-0000-000000000000}"/>
          </ac:spMkLst>
        </pc:spChg>
      </pc:sldChg>
      <pc:sldChg chg="modSp mod">
        <pc:chgData name="Dhillon, Gursevak" userId="bfacde54-8996-47c1-87ce-4a865192bc92" providerId="ADAL" clId="{DE7FF1D4-4A66-496C-A005-5ED63E50649E}" dt="2026-04-04T00:48:06.924" v="2142" actId="20577"/>
        <pc:sldMkLst>
          <pc:docMk/>
          <pc:sldMk cId="0" sldId="261"/>
        </pc:sldMkLst>
        <pc:spChg chg="mod">
          <ac:chgData name="Dhillon, Gursevak" userId="bfacde54-8996-47c1-87ce-4a865192bc92" providerId="ADAL" clId="{DE7FF1D4-4A66-496C-A005-5ED63E50649E}" dt="2026-04-04T00:47:39.924" v="2079" actId="20577"/>
          <ac:spMkLst>
            <pc:docMk/>
            <pc:sldMk cId="0" sldId="261"/>
            <ac:spMk id="90" creationId="{00000000-0000-0000-0000-000000000000}"/>
          </ac:spMkLst>
        </pc:spChg>
        <pc:spChg chg="mod">
          <ac:chgData name="Dhillon, Gursevak" userId="bfacde54-8996-47c1-87ce-4a865192bc92" providerId="ADAL" clId="{DE7FF1D4-4A66-496C-A005-5ED63E50649E}" dt="2026-04-04T00:48:06.924" v="2142" actId="20577"/>
          <ac:spMkLst>
            <pc:docMk/>
            <pc:sldMk cId="0" sldId="261"/>
            <ac:spMk id="91" creationId="{00000000-0000-0000-0000-000000000000}"/>
          </ac:spMkLst>
        </pc:spChg>
      </pc:sldChg>
      <pc:sldChg chg="delSp modSp mod">
        <pc:chgData name="Dhillon, Gursevak" userId="bfacde54-8996-47c1-87ce-4a865192bc92" providerId="ADAL" clId="{DE7FF1D4-4A66-496C-A005-5ED63E50649E}" dt="2026-04-04T00:52:51.280" v="2486" actId="1076"/>
        <pc:sldMkLst>
          <pc:docMk/>
          <pc:sldMk cId="0" sldId="262"/>
        </pc:sldMkLst>
        <pc:spChg chg="mod">
          <ac:chgData name="Dhillon, Gursevak" userId="bfacde54-8996-47c1-87ce-4a865192bc92" providerId="ADAL" clId="{DE7FF1D4-4A66-496C-A005-5ED63E50649E}" dt="2026-04-04T00:52:51.280" v="2486" actId="1076"/>
          <ac:spMkLst>
            <pc:docMk/>
            <pc:sldMk cId="0" sldId="262"/>
            <ac:spMk id="99" creationId="{00000000-0000-0000-0000-000000000000}"/>
          </ac:spMkLst>
        </pc:spChg>
        <pc:spChg chg="del mod">
          <ac:chgData name="Dhillon, Gursevak" userId="bfacde54-8996-47c1-87ce-4a865192bc92" providerId="ADAL" clId="{DE7FF1D4-4A66-496C-A005-5ED63E50649E}" dt="2026-04-04T00:52:47.554" v="2485" actId="478"/>
          <ac:spMkLst>
            <pc:docMk/>
            <pc:sldMk cId="0" sldId="262"/>
            <ac:spMk id="100" creationId="{00000000-0000-0000-0000-000000000000}"/>
          </ac:spMkLst>
        </pc:spChg>
      </pc:sldChg>
      <pc:sldChg chg="addSp modSp mod">
        <pc:chgData name="Dhillon, Gursevak" userId="bfacde54-8996-47c1-87ce-4a865192bc92" providerId="ADAL" clId="{DE7FF1D4-4A66-496C-A005-5ED63E50649E}" dt="2026-04-04T00:49:36.298" v="2181" actId="1076"/>
        <pc:sldMkLst>
          <pc:docMk/>
          <pc:sldMk cId="0" sldId="263"/>
        </pc:sldMkLst>
        <pc:spChg chg="mod">
          <ac:chgData name="Dhillon, Gursevak" userId="bfacde54-8996-47c1-87ce-4a865192bc92" providerId="ADAL" clId="{DE7FF1D4-4A66-496C-A005-5ED63E50649E}" dt="2026-04-04T00:49:36.298" v="2181" actId="1076"/>
          <ac:spMkLst>
            <pc:docMk/>
            <pc:sldMk cId="0" sldId="263"/>
            <ac:spMk id="106" creationId="{00000000-0000-0000-0000-000000000000}"/>
          </ac:spMkLst>
        </pc:spChg>
        <pc:spChg chg="mod">
          <ac:chgData name="Dhillon, Gursevak" userId="bfacde54-8996-47c1-87ce-4a865192bc92" providerId="ADAL" clId="{DE7FF1D4-4A66-496C-A005-5ED63E50649E}" dt="2026-04-04T00:48:48.379" v="2176" actId="20577"/>
          <ac:spMkLst>
            <pc:docMk/>
            <pc:sldMk cId="0" sldId="263"/>
            <ac:spMk id="107" creationId="{00000000-0000-0000-0000-000000000000}"/>
          </ac:spMkLst>
        </pc:spChg>
        <pc:picChg chg="add mod">
          <ac:chgData name="Dhillon, Gursevak" userId="bfacde54-8996-47c1-87ce-4a865192bc92" providerId="ADAL" clId="{DE7FF1D4-4A66-496C-A005-5ED63E50649E}" dt="2026-04-04T00:49:36.298" v="2181" actId="1076"/>
          <ac:picMkLst>
            <pc:docMk/>
            <pc:sldMk cId="0" sldId="263"/>
            <ac:picMk id="1026" creationId="{EB85AFBC-32CD-CAE1-924A-0C2D265AE60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0de93719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0de937195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875c2255bd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875c2255bd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8fe4879d55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8fe4879d55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8fe4879d5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8fe4879d5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8fe4879d55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8fe4879d55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875c2255bd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875c2255bd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8fe4879d5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8fe4879d55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fe4879d5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fe4879d55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875c2255bd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875c2255bd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DO NOT USE] - Guidelines Slides" type="secHead">
  <p:cSld name="SECTION_HEAD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ard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086350" y="21984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400"/>
              <a:buFont typeface="Open Sans"/>
              <a:buNone/>
              <a:defRPr sz="24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086350" y="2834125"/>
            <a:ext cx="48867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800"/>
              <a:buNone/>
              <a:defRPr sz="2800"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ox (small)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1048800" y="1129475"/>
            <a:ext cx="704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1066775" y="1962650"/>
            <a:ext cx="7046400" cy="19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Box (large)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05400" y="1787750"/>
            <a:ext cx="7867200" cy="28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7933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(10 items, 1 box)">
  <p:cSld name="ONE_COLUMN_TEX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04750" y="1337500"/>
            <a:ext cx="3595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877050" y="1337500"/>
            <a:ext cx="3595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(up to 6 items, 1 box)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266500" y="701850"/>
            <a:ext cx="5205900" cy="396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25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2509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800"/>
              <a:buFont typeface="Open Sans"/>
              <a:buNone/>
              <a:defRPr sz="18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st (10 items, 2 boxes)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605400" y="1333650"/>
            <a:ext cx="34422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5030250" y="1333525"/>
            <a:ext cx="34422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32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250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(with title)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(w/o title)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s or icons (with text)">
  <p:cSld name="BLANK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None/>
              <a:defRPr>
                <a:solidFill>
                  <a:srgbClr val="2E3D49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4876950" y="1337500"/>
            <a:ext cx="3661500" cy="332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 sz="1400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4600" y="525150"/>
            <a:ext cx="7938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2000"/>
              <a:buFont typeface="Open Sans"/>
              <a:buNone/>
              <a:defRPr sz="2000" b="1"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pen Sans"/>
              <a:buNone/>
              <a:defRPr sz="2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91500" y="1293900"/>
            <a:ext cx="7971900" cy="3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●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○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D49"/>
              </a:buClr>
              <a:buSzPts val="1400"/>
              <a:buFont typeface="Open Sans"/>
              <a:buChar char="■"/>
              <a:defRPr>
                <a:solidFill>
                  <a:srgbClr val="2E3D49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20625" y="4815050"/>
            <a:ext cx="2072700" cy="1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Confidential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l="9957" t="35735" r="10513" b="35787"/>
          <a:stretch/>
        </p:blipFill>
        <p:spPr>
          <a:xfrm>
            <a:off x="2963449" y="497350"/>
            <a:ext cx="3217100" cy="8638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2086350" y="21984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Data Lake Value Proposition</a:t>
            </a:r>
            <a:endParaRPr sz="2200" b="0"/>
          </a:p>
        </p:txBody>
      </p:sp>
      <p:sp>
        <p:nvSpPr>
          <p:cNvPr id="56" name="Google Shape;56;p12"/>
          <p:cNvSpPr txBox="1">
            <a:spLocks noGrp="1"/>
          </p:cNvSpPr>
          <p:nvPr>
            <p:ph type="subTitle" idx="1"/>
          </p:nvPr>
        </p:nvSpPr>
        <p:spPr>
          <a:xfrm>
            <a:off x="2086350" y="2910325"/>
            <a:ext cx="48867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Gursevak Dhillon</a:t>
            </a:r>
            <a:endParaRPr dirty="0"/>
          </a:p>
        </p:txBody>
      </p:sp>
      <p:sp>
        <p:nvSpPr>
          <p:cNvPr id="57" name="Google Shape;57;p12"/>
          <p:cNvSpPr txBox="1"/>
          <p:nvPr/>
        </p:nvSpPr>
        <p:spPr>
          <a:xfrm>
            <a:off x="7705200" y="4829825"/>
            <a:ext cx="15648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Udacity IPS Version 1.0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2"/>
          <p:cNvSpPr txBox="1"/>
          <p:nvPr/>
        </p:nvSpPr>
        <p:spPr>
          <a:xfrm>
            <a:off x="2170950" y="2644425"/>
            <a:ext cx="4886700" cy="25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Medical Data Processing Company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1048800" y="1129475"/>
            <a:ext cx="704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66666"/>
                </a:solidFill>
              </a:rPr>
              <a:t>Agenda</a:t>
            </a:r>
            <a:endParaRPr sz="3000">
              <a:solidFill>
                <a:srgbClr val="666666"/>
              </a:solidFill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7705200" y="4829825"/>
            <a:ext cx="15648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Udacity IPS Ver. 1 2/2020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1066775" y="1962650"/>
            <a:ext cx="7046400" cy="19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What is a Data Lake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Components of a Data Lake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Lake vs Data Warehouse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Business Value of Data Lake Solution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Proposed Data Lake Architecture for Medical Data Processing system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605400" y="1787750"/>
            <a:ext cx="7867200" cy="287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Datalake is a centralized object storage. It can store vast amount of structured, semi structured and unstructed data in its raw and well as highly compressed columnar format, thus offering a cost effective and highly scalable alternative to the data warhouses. It uses ‘schema on read’ option to define schema when reading the data, this provider higher flexibilty. </a:t>
            </a:r>
            <a:endParaRPr dirty="0"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7933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Data Lake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539400" y="1310309"/>
            <a:ext cx="7867200" cy="261709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Ingestion layer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Storage layer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Metadata layer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Processing Layer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Serving layer</a:t>
            </a:r>
            <a:endParaRPr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Data Lake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1066775" y="1962650"/>
            <a:ext cx="7046400" cy="191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1048800" y="1129475"/>
            <a:ext cx="7046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Lake vs Data Warehouse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605400" y="1275250"/>
            <a:ext cx="3442200" cy="3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Stores data in strucured table format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Schema on write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No lineage tracking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Not best for historical records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...</a:t>
            </a:r>
            <a:endParaRPr dirty="0"/>
          </a:p>
        </p:txBody>
      </p:sp>
      <p:sp>
        <p:nvSpPr>
          <p:cNvPr id="91" name="Google Shape;91;p17"/>
          <p:cNvSpPr txBox="1">
            <a:spLocks noGrp="1"/>
          </p:cNvSpPr>
          <p:nvPr>
            <p:ph type="body" idx="2"/>
          </p:nvPr>
        </p:nvSpPr>
        <p:spPr>
          <a:xfrm>
            <a:off x="5030250" y="1199050"/>
            <a:ext cx="3442200" cy="332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Supports Structured, unstructed, and semi structured dat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S</a:t>
            </a:r>
            <a:r>
              <a:rPr lang="en" dirty="0"/>
              <a:t>chema on read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Data lineage tracking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Can store big data with less cost</a:t>
            </a:r>
            <a:endParaRPr dirty="0"/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...</a:t>
            </a:r>
            <a:endParaRPr dirty="0"/>
          </a:p>
        </p:txBody>
      </p:sp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529200" y="626350"/>
            <a:ext cx="351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Warehouse</a:t>
            </a:r>
            <a:endParaRPr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 txBox="1"/>
          <p:nvPr/>
        </p:nvSpPr>
        <p:spPr>
          <a:xfrm>
            <a:off x="7705200" y="4829825"/>
            <a:ext cx="15648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Udacity IPS Ver. 1 2/2020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7"/>
          <p:cNvSpPr txBox="1">
            <a:spLocks noGrp="1"/>
          </p:cNvSpPr>
          <p:nvPr>
            <p:ph type="title"/>
          </p:nvPr>
        </p:nvSpPr>
        <p:spPr>
          <a:xfrm>
            <a:off x="4954050" y="594225"/>
            <a:ext cx="3518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Lake</a:t>
            </a:r>
            <a:endParaRPr b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605400" y="1315351"/>
            <a:ext cx="7867200" cy="20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Easy to store and access all the historical data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Infinite Scale without any bottlenecks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One place shop for all the use cases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On arrival processing of files vs nightly batches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Standard ETL jobs for different types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...</a:t>
            </a:r>
            <a:endParaRPr dirty="0"/>
          </a:p>
        </p:txBody>
      </p:sp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Value of Data Lake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1557275" y="2516376"/>
            <a:ext cx="4798070" cy="16729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2"/>
          </p:nvPr>
        </p:nvSpPr>
        <p:spPr>
          <a:xfrm>
            <a:off x="605400" y="1180500"/>
            <a:ext cx="7933200" cy="47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EMR Data Lake Architecture</a:t>
            </a:r>
            <a:endParaRPr dirty="0"/>
          </a:p>
        </p:txBody>
      </p:sp>
      <p:sp>
        <p:nvSpPr>
          <p:cNvPr id="108" name="Google Shape;108;p19"/>
          <p:cNvSpPr txBox="1">
            <a:spLocks noGrp="1"/>
          </p:cNvSpPr>
          <p:nvPr>
            <p:ph type="title"/>
          </p:nvPr>
        </p:nvSpPr>
        <p:spPr>
          <a:xfrm>
            <a:off x="605400" y="473950"/>
            <a:ext cx="7933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Lake Architecture</a:t>
            </a:r>
            <a:endParaRPr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EB85AFBC-32CD-CAE1-924A-0C2D265AE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25" y="1532618"/>
            <a:ext cx="5569991" cy="3136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l="9957" t="35735" r="10513" b="35787"/>
          <a:stretch/>
        </p:blipFill>
        <p:spPr>
          <a:xfrm>
            <a:off x="2963449" y="497350"/>
            <a:ext cx="3217100" cy="863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2086350" y="2198475"/>
            <a:ext cx="48867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THANK YOU</a:t>
            </a:r>
            <a:endParaRPr sz="2200" b="0"/>
          </a:p>
        </p:txBody>
      </p:sp>
      <p:sp>
        <p:nvSpPr>
          <p:cNvPr id="115" name="Google Shape;115;p20"/>
          <p:cNvSpPr txBox="1"/>
          <p:nvPr/>
        </p:nvSpPr>
        <p:spPr>
          <a:xfrm>
            <a:off x="7705200" y="4829825"/>
            <a:ext cx="1564800" cy="1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Udacity IPS Version 1.0</a:t>
            </a:r>
            <a:endParaRPr sz="800">
              <a:solidFill>
                <a:srgbClr val="99999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e4db608-ddec-4a44-8ad7-7d5a79b7448e}" enabled="1" method="Standard" siteId="{fd799da1-bfc1-4234-a91c-72b3a1cb9e2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On-screen Show (16:9)</PresentationFormat>
  <Paragraphs>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Open Sans</vt:lpstr>
      <vt:lpstr>Simple Light</vt:lpstr>
      <vt:lpstr>Data Lake Value Proposition</vt:lpstr>
      <vt:lpstr>Agenda</vt:lpstr>
      <vt:lpstr>What is a Data Lake</vt:lpstr>
      <vt:lpstr>Components of Data Lake</vt:lpstr>
      <vt:lpstr>Data Lake vs Data Warehouse</vt:lpstr>
      <vt:lpstr>Data Warehouse </vt:lpstr>
      <vt:lpstr>Business Value of Data Lake</vt:lpstr>
      <vt:lpstr>Data Lake Architecture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Dhillon, Gursevak</cp:lastModifiedBy>
  <cp:revision>1</cp:revision>
  <dcterms:modified xsi:type="dcterms:W3CDTF">2026-04-04T00:58:24Z</dcterms:modified>
</cp:coreProperties>
</file>